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9"/>
  </p:notesMasterIdLst>
  <p:sldIdLst>
    <p:sldId id="286" r:id="rId3"/>
    <p:sldId id="379" r:id="rId4"/>
    <p:sldId id="380" r:id="rId5"/>
    <p:sldId id="378" r:id="rId6"/>
    <p:sldId id="381" r:id="rId7"/>
    <p:sldId id="32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8AB37-F707-4A0F-A810-876E189EB5DE}" type="datetimeFigureOut">
              <a:rPr lang="en-ID" smtClean="0"/>
              <a:t>18/10/2025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D2E27-BB94-4974-925C-F7D193166DC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939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105e33cad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f105e33cad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6982851867_4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26982851867_4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Jud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271633"/>
          </a:xfrm>
        </p:spPr>
        <p:txBody>
          <a:bodyPr/>
          <a:lstStyle>
            <a:lvl1pPr algn="l">
              <a:defRPr sz="6400" b="1">
                <a:solidFill>
                  <a:srgbClr val="C6D9F1"/>
                </a:solidFill>
              </a:defRPr>
            </a:lvl1pPr>
          </a:lstStyle>
          <a:p>
            <a:r>
              <a:rPr lang="id-ID" dirty="0"/>
              <a:t>Topik Pekan Ini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6860" y="4630961"/>
            <a:ext cx="3953435" cy="478559"/>
          </a:xfrm>
        </p:spPr>
        <p:txBody>
          <a:bodyPr>
            <a:normAutofit/>
          </a:bodyPr>
          <a:lstStyle>
            <a:lvl1pPr marL="0" indent="0" algn="l">
              <a:buNone/>
              <a:defRPr sz="2133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d-ID" sz="2133" dirty="0"/>
              <a:t>Pekan ke berapa?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  <p:sp>
        <p:nvSpPr>
          <p:cNvPr id="11" name="Tampungan Teks 10">
            <a:extLst>
              <a:ext uri="{FF2B5EF4-FFF2-40B4-BE49-F238E27FC236}">
                <a16:creationId xmlns:a16="http://schemas.microsoft.com/office/drawing/2014/main" id="{5070F03E-634A-4BA8-99EF-B720C1C685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398" y="1554787"/>
            <a:ext cx="7629237" cy="57563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id-ID" sz="2400" dirty="0">
                <a:latin typeface="+mj-lt"/>
              </a:rPr>
              <a:t>Kode – Nama Mata Kuliah</a:t>
            </a:r>
            <a:endParaRPr lang="id-ID" dirty="0"/>
          </a:p>
        </p:txBody>
      </p:sp>
      <p:sp>
        <p:nvSpPr>
          <p:cNvPr id="13" name="Kotak Teks 12">
            <a:extLst>
              <a:ext uri="{FF2B5EF4-FFF2-40B4-BE49-F238E27FC236}">
                <a16:creationId xmlns:a16="http://schemas.microsoft.com/office/drawing/2014/main" id="{A011D782-94F7-42FE-96E5-77090EB1FF64}"/>
              </a:ext>
            </a:extLst>
          </p:cNvPr>
          <p:cNvSpPr txBox="1"/>
          <p:nvPr/>
        </p:nvSpPr>
        <p:spPr>
          <a:xfrm>
            <a:off x="6246861" y="4995069"/>
            <a:ext cx="5789303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133" dirty="0">
                <a:solidFill>
                  <a:srgbClr val="C6D9F1"/>
                </a:solidFill>
              </a:rPr>
              <a:t>Program </a:t>
            </a:r>
            <a:r>
              <a:rPr lang="en-US" sz="2133" dirty="0" err="1">
                <a:solidFill>
                  <a:srgbClr val="C6D9F1"/>
                </a:solidFill>
              </a:rPr>
              <a:t>Studi</a:t>
            </a:r>
            <a:r>
              <a:rPr lang="en-US" sz="2133" dirty="0">
                <a:solidFill>
                  <a:srgbClr val="C6D9F1"/>
                </a:solidFill>
              </a:rPr>
              <a:t> Teknik </a:t>
            </a:r>
            <a:r>
              <a:rPr lang="en-US" sz="2133" dirty="0" err="1">
                <a:solidFill>
                  <a:srgbClr val="C6D9F1"/>
                </a:solidFill>
              </a:rPr>
              <a:t>Informatika</a:t>
            </a:r>
            <a:endParaRPr lang="en-US" sz="2133" dirty="0">
              <a:solidFill>
                <a:srgbClr val="C6D9F1"/>
              </a:solidFill>
            </a:endParaRPr>
          </a:p>
          <a:p>
            <a:pPr marL="0" indent="0">
              <a:buNone/>
            </a:pPr>
            <a:r>
              <a:rPr lang="en-US" sz="2133" dirty="0" err="1">
                <a:solidFill>
                  <a:srgbClr val="C6D9F1"/>
                </a:solidFill>
              </a:rPr>
              <a:t>Fakultas</a:t>
            </a:r>
            <a:r>
              <a:rPr lang="en-US" sz="2133" dirty="0">
                <a:solidFill>
                  <a:srgbClr val="C6D9F1"/>
                </a:solidFill>
              </a:rPr>
              <a:t> Teknik – </a:t>
            </a:r>
            <a:r>
              <a:rPr lang="en-US" sz="2133" dirty="0" err="1">
                <a:solidFill>
                  <a:srgbClr val="C6D9F1"/>
                </a:solidFill>
              </a:rPr>
              <a:t>Universitas</a:t>
            </a:r>
            <a:r>
              <a:rPr lang="en-US" sz="2133" dirty="0">
                <a:solidFill>
                  <a:srgbClr val="C6D9F1"/>
                </a:solidFill>
              </a:rPr>
              <a:t> Surabaya</a:t>
            </a:r>
          </a:p>
          <a:p>
            <a:endParaRPr lang="id-ID" sz="2133" dirty="0"/>
          </a:p>
        </p:txBody>
      </p:sp>
    </p:spTree>
    <p:extLst>
      <p:ext uri="{BB962C8B-B14F-4D97-AF65-F5344CB8AC3E}">
        <p14:creationId xmlns:p14="http://schemas.microsoft.com/office/powerpoint/2010/main" val="326072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4800" b="1">
                <a:solidFill>
                  <a:srgbClr val="000090"/>
                </a:solidFill>
              </a:defRPr>
            </a:lvl1pPr>
          </a:lstStyle>
          <a:p>
            <a:r>
              <a:rPr lang="id-ID" sz="4800" dirty="0"/>
              <a:t>JUDUL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18236"/>
            <a:ext cx="284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18236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0964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0002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Bagi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56727" y="2906715"/>
            <a:ext cx="6569557" cy="1018739"/>
          </a:xfrm>
        </p:spPr>
        <p:txBody>
          <a:bodyPr anchor="t">
            <a:normAutofit/>
          </a:bodyPr>
          <a:lstStyle>
            <a:lvl1pPr algn="l">
              <a:defRPr sz="5867" b="1" cap="all">
                <a:solidFill>
                  <a:srgbClr val="DCE6F2"/>
                </a:solidFill>
              </a:defRPr>
            </a:lvl1pPr>
          </a:lstStyle>
          <a:p>
            <a:r>
              <a:rPr lang="id-ID" dirty="0"/>
              <a:t>Subtopik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6727" y="3959766"/>
            <a:ext cx="5117523" cy="446425"/>
          </a:xfrm>
        </p:spPr>
        <p:txBody>
          <a:bodyPr anchor="b">
            <a:normAutofit/>
          </a:bodyPr>
          <a:lstStyle>
            <a:lvl1pPr marL="0" indent="0">
              <a:buNone/>
              <a:defRPr sz="2133">
                <a:solidFill>
                  <a:srgbClr val="FFFFFF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 dirty="0"/>
              <a:t>Penjelasan subtopik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  <p:sp>
        <p:nvSpPr>
          <p:cNvPr id="13" name="Tampungan Teks 12">
            <a:extLst>
              <a:ext uri="{FF2B5EF4-FFF2-40B4-BE49-F238E27FC236}">
                <a16:creationId xmlns:a16="http://schemas.microsoft.com/office/drawing/2014/main" id="{01BD0D94-3620-492B-BD24-2B98C5DD97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23385" y="2665214"/>
            <a:ext cx="1933343" cy="1854801"/>
          </a:xfrm>
        </p:spPr>
        <p:txBody>
          <a:bodyPr>
            <a:noAutofit/>
          </a:bodyPr>
          <a:lstStyle>
            <a:lvl1pPr marL="0" indent="0">
              <a:buNone/>
              <a:defRPr sz="10666" b="1">
                <a:solidFill>
                  <a:srgbClr val="558ED5"/>
                </a:solidFill>
                <a:latin typeface="+mj-lt"/>
              </a:defRPr>
            </a:lvl1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id-ID" sz="10666" dirty="0"/>
              <a:t>00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6198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4800" b="1">
                <a:solidFill>
                  <a:srgbClr val="000090"/>
                </a:solidFill>
              </a:defRPr>
            </a:lvl1pPr>
          </a:lstStyle>
          <a:p>
            <a:r>
              <a:rPr lang="id-ID" sz="4800" dirty="0"/>
              <a:t>JUDUL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18236"/>
            <a:ext cx="2844800" cy="365125"/>
          </a:xfrm>
        </p:spPr>
        <p:txBody>
          <a:bodyPr/>
          <a:lstStyle/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18236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1823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93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4800" b="1">
                <a:solidFill>
                  <a:srgbClr val="000090"/>
                </a:solidFill>
              </a:defRPr>
            </a:lvl1pPr>
          </a:lstStyle>
          <a:p>
            <a:r>
              <a:rPr lang="id-ID" dirty="0"/>
              <a:t>Judul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id-ID" dirty="0"/>
              <a:t>Item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id-ID" dirty="0"/>
              <a:t>Item 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218236"/>
            <a:ext cx="2844800" cy="365125"/>
          </a:xfrm>
        </p:spPr>
        <p:txBody>
          <a:bodyPr/>
          <a:lstStyle/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218236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21823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8372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 algn="l">
              <a:defRPr sz="4800" b="1">
                <a:solidFill>
                  <a:srgbClr val="000090"/>
                </a:solidFill>
              </a:defRPr>
            </a:lvl1pPr>
          </a:lstStyle>
          <a:p>
            <a:r>
              <a:rPr lang="id-ID" dirty="0"/>
              <a:t>Judul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18236"/>
            <a:ext cx="2844800" cy="365125"/>
          </a:xfrm>
        </p:spPr>
        <p:txBody>
          <a:bodyPr/>
          <a:lstStyle/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18236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1823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261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114303"/>
            <a:ext cx="2844800" cy="365125"/>
          </a:xfrm>
        </p:spPr>
        <p:txBody>
          <a:bodyPr/>
          <a:lstStyle/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114303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114303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886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73049"/>
            <a:ext cx="4011084" cy="1162051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rgbClr val="000090"/>
                </a:solidFill>
              </a:defRPr>
            </a:lvl1pPr>
          </a:lstStyle>
          <a:p>
            <a:r>
              <a:rPr lang="id-ID" dirty="0"/>
              <a:t>Judul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699247"/>
            <a:ext cx="6815667" cy="542691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id-ID" dirty="0"/>
              <a:t>Teks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19826"/>
            <a:ext cx="2844800" cy="365125"/>
          </a:xfrm>
        </p:spPr>
        <p:txBody>
          <a:bodyPr/>
          <a:lstStyle/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19826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1982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370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bar dengan Keterang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83925" y="432375"/>
            <a:ext cx="5098475" cy="566739"/>
          </a:xfrm>
        </p:spPr>
        <p:txBody>
          <a:bodyPr anchor="b"/>
          <a:lstStyle>
            <a:lvl1pPr algn="l">
              <a:defRPr sz="2667" b="1">
                <a:solidFill>
                  <a:srgbClr val="C6D9F1"/>
                </a:solidFill>
              </a:defRPr>
            </a:lvl1pPr>
          </a:lstStyle>
          <a:p>
            <a:r>
              <a:rPr lang="id-ID" dirty="0"/>
              <a:t>JUDUL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483926" y="1158598"/>
            <a:ext cx="5098476" cy="5061229"/>
          </a:xfrm>
        </p:spPr>
        <p:txBody>
          <a:bodyPr/>
          <a:lstStyle>
            <a:lvl1pPr marL="0" indent="0">
              <a:buNone/>
              <a:defRPr sz="1867">
                <a:solidFill>
                  <a:srgbClr val="FFFFFF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id-ID" dirty="0"/>
              <a:t>Teks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  <p:sp>
        <p:nvSpPr>
          <p:cNvPr id="22" name="Tampungan Teks 21">
            <a:extLst>
              <a:ext uri="{FF2B5EF4-FFF2-40B4-BE49-F238E27FC236}">
                <a16:creationId xmlns:a16="http://schemas.microsoft.com/office/drawing/2014/main" id="{B6FCC654-4062-432C-86C6-955FC4089F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135034"/>
            <a:ext cx="6081184" cy="641351"/>
          </a:xfrm>
        </p:spPr>
        <p:txBody>
          <a:bodyPr>
            <a:normAutofit/>
          </a:bodyPr>
          <a:lstStyle>
            <a:lvl1pPr marL="0" indent="0">
              <a:buNone/>
              <a:defRPr sz="2667" b="1">
                <a:solidFill>
                  <a:srgbClr val="595959"/>
                </a:solidFill>
                <a:latin typeface="+mj-lt"/>
              </a:defRPr>
            </a:lvl1pPr>
          </a:lstStyle>
          <a:p>
            <a:pPr lvl="0"/>
            <a:r>
              <a:rPr lang="id-ID" sz="2667" dirty="0">
                <a:latin typeface="+mj-lt"/>
              </a:rPr>
              <a:t>CAPTION</a:t>
            </a:r>
            <a:endParaRPr lang="id-ID" dirty="0"/>
          </a:p>
        </p:txBody>
      </p:sp>
      <p:sp>
        <p:nvSpPr>
          <p:cNvPr id="24" name="Tampungan Teks 23">
            <a:extLst>
              <a:ext uri="{FF2B5EF4-FFF2-40B4-BE49-F238E27FC236}">
                <a16:creationId xmlns:a16="http://schemas.microsoft.com/office/drawing/2014/main" id="{FCA5AFAC-FA89-4F17-BAD4-88A78660AF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746752"/>
            <a:ext cx="6081184" cy="1111249"/>
          </a:xfrm>
        </p:spPr>
        <p:txBody>
          <a:bodyPr>
            <a:normAutofit/>
          </a:bodyPr>
          <a:lstStyle>
            <a:lvl1pPr marL="0" indent="0">
              <a:buNone/>
              <a:defRPr sz="1867" b="0">
                <a:solidFill>
                  <a:srgbClr val="000090"/>
                </a:solidFill>
              </a:defRPr>
            </a:lvl1pPr>
          </a:lstStyle>
          <a:p>
            <a:pPr lvl="0"/>
            <a:r>
              <a:rPr lang="id-ID" sz="1867" dirty="0"/>
              <a:t>Penjelasan </a:t>
            </a:r>
            <a:r>
              <a:rPr lang="id-ID" sz="1867" dirty="0" err="1"/>
              <a:t>caption</a:t>
            </a:r>
            <a:endParaRPr lang="id-ID" dirty="0"/>
          </a:p>
        </p:txBody>
      </p:sp>
      <p:sp>
        <p:nvSpPr>
          <p:cNvPr id="26" name="Tampungan Gambar 25">
            <a:extLst>
              <a:ext uri="{FF2B5EF4-FFF2-40B4-BE49-F238E27FC236}">
                <a16:creationId xmlns:a16="http://schemas.microsoft.com/office/drawing/2014/main" id="{A0B43CEB-2BD2-4D82-82D9-171130BDBD8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096000" cy="5135033"/>
          </a:xfrm>
        </p:spPr>
        <p:txBody>
          <a:bodyPr/>
          <a:lstStyle>
            <a:lvl1pPr marL="0" indent="0">
              <a:buNone/>
              <a:defRPr>
                <a:solidFill>
                  <a:srgbClr val="595959"/>
                </a:solidFill>
              </a:defRPr>
            </a:lvl1pPr>
          </a:lstStyle>
          <a:p>
            <a:r>
              <a:rPr lang="id-ID" dirty="0"/>
              <a:t>Masukkan gambar</a:t>
            </a:r>
          </a:p>
        </p:txBody>
      </p:sp>
    </p:spTree>
    <p:extLst>
      <p:ext uri="{BB962C8B-B14F-4D97-AF65-F5344CB8AC3E}">
        <p14:creationId xmlns:p14="http://schemas.microsoft.com/office/powerpoint/2010/main" val="326708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1761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5984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6982851867_2_12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11" name="Google Shape;11;g26982851867_2_12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9pPr>
          </a:lstStyle>
          <a:p>
            <a:endParaRPr/>
          </a:p>
        </p:txBody>
      </p:sp>
      <p:sp>
        <p:nvSpPr>
          <p:cNvPr id="12" name="Google Shape;12;g26982851867_2_1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192087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6982851867_2_12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6933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11" name="Google Shape;11;g26982851867_2_12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3733">
                <a:latin typeface="Albert Sans Light"/>
                <a:ea typeface="Albert Sans Light"/>
                <a:cs typeface="Albert Sans Light"/>
                <a:sym typeface="Albert Sans Light"/>
              </a:defRPr>
            </a:lvl9pPr>
          </a:lstStyle>
          <a:p>
            <a:endParaRPr/>
          </a:p>
        </p:txBody>
      </p:sp>
      <p:sp>
        <p:nvSpPr>
          <p:cNvPr id="12" name="Google Shape;12;g26982851867_2_1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0888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 &amp; some text slide">
  <p:cSld name="BIG text &amp; some text slide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2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52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20" name="Google Shape;20;p52"/>
          <p:cNvSpPr txBox="1">
            <a:spLocks noGrp="1"/>
          </p:cNvSpPr>
          <p:nvPr>
            <p:ph type="subTitle" idx="1"/>
          </p:nvPr>
        </p:nvSpPr>
        <p:spPr>
          <a:xfrm>
            <a:off x="3244400" y="4020433"/>
            <a:ext cx="57032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title"/>
          </p:nvPr>
        </p:nvSpPr>
        <p:spPr>
          <a:xfrm>
            <a:off x="0" y="3288533"/>
            <a:ext cx="12192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endParaRPr/>
          </a:p>
        </p:txBody>
      </p:sp>
      <p:pic>
        <p:nvPicPr>
          <p:cNvPr id="22" name="Google Shape;22;p52"/>
          <p:cNvPicPr preferRelativeResize="0"/>
          <p:nvPr/>
        </p:nvPicPr>
        <p:blipFill rotWithShape="1">
          <a:blip r:embed="rId2">
            <a:alphaModFix/>
          </a:blip>
          <a:srcRect l="4454" t="6847" r="4445" b="9337"/>
          <a:stretch/>
        </p:blipFill>
        <p:spPr>
          <a:xfrm>
            <a:off x="542600" y="469600"/>
            <a:ext cx="11106803" cy="5748000"/>
          </a:xfrm>
          <a:prstGeom prst="rect">
            <a:avLst/>
          </a:prstGeom>
          <a:solidFill>
            <a:srgbClr val="9900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7499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>
            <a:off x="1860667" y="1190000"/>
            <a:ext cx="8252000" cy="36424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 txBox="1">
            <a:spLocks noGrp="1"/>
          </p:cNvSpPr>
          <p:nvPr>
            <p:ph type="subTitle" idx="1"/>
          </p:nvPr>
        </p:nvSpPr>
        <p:spPr>
          <a:xfrm>
            <a:off x="2525967" y="1502600"/>
            <a:ext cx="7196800" cy="2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"/>
              <a:buNone/>
              <a:defRPr sz="4000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33" name="Google Shape;33;p47"/>
          <p:cNvSpPr txBox="1">
            <a:spLocks noGrp="1"/>
          </p:cNvSpPr>
          <p:nvPr>
            <p:ph type="subTitle" idx="2"/>
          </p:nvPr>
        </p:nvSpPr>
        <p:spPr>
          <a:xfrm>
            <a:off x="2525967" y="3969867"/>
            <a:ext cx="38944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8168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with title and text  1">
  <p:cSld name="Cyan with title and text  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/>
          <p:nvPr/>
        </p:nvSpPr>
        <p:spPr>
          <a:xfrm>
            <a:off x="0" y="1369800"/>
            <a:ext cx="12192000" cy="41184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8"/>
          <p:cNvSpPr txBox="1">
            <a:spLocks noGrp="1"/>
          </p:cNvSpPr>
          <p:nvPr>
            <p:ph type="title"/>
          </p:nvPr>
        </p:nvSpPr>
        <p:spPr>
          <a:xfrm>
            <a:off x="2173467" y="2300600"/>
            <a:ext cx="4074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8"/>
          <p:cNvSpPr txBox="1">
            <a:spLocks noGrp="1"/>
          </p:cNvSpPr>
          <p:nvPr>
            <p:ph type="subTitle" idx="1"/>
          </p:nvPr>
        </p:nvSpPr>
        <p:spPr>
          <a:xfrm>
            <a:off x="2553867" y="3786600"/>
            <a:ext cx="36936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sldNum" idx="12"/>
          </p:nvPr>
        </p:nvSpPr>
        <p:spPr>
          <a:xfrm>
            <a:off x="11152944" y="56921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974208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with title and text">
  <p:cSld name="Cyan with title and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/>
          <p:nvPr/>
        </p:nvSpPr>
        <p:spPr>
          <a:xfrm>
            <a:off x="-98200" y="-14867"/>
            <a:ext cx="12305200" cy="69584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1"/>
          <p:cNvSpPr/>
          <p:nvPr/>
        </p:nvSpPr>
        <p:spPr>
          <a:xfrm>
            <a:off x="1907200" y="871800"/>
            <a:ext cx="8377600" cy="51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1"/>
          <p:cNvSpPr/>
          <p:nvPr/>
        </p:nvSpPr>
        <p:spPr>
          <a:xfrm>
            <a:off x="1907200" y="1828600"/>
            <a:ext cx="1529600" cy="532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1"/>
          <p:cNvSpPr txBox="1">
            <a:spLocks noGrp="1"/>
          </p:cNvSpPr>
          <p:nvPr>
            <p:ph type="title"/>
          </p:nvPr>
        </p:nvSpPr>
        <p:spPr>
          <a:xfrm>
            <a:off x="3567867" y="1626713"/>
            <a:ext cx="52348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ubTitle" idx="1"/>
          </p:nvPr>
        </p:nvSpPr>
        <p:spPr>
          <a:xfrm>
            <a:off x="3567868" y="3397000"/>
            <a:ext cx="4181600" cy="2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7618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" type="secHead">
  <p:cSld name="Main Content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>
            <a:spLocks noGrp="1"/>
          </p:cNvSpPr>
          <p:nvPr>
            <p:ph type="title"/>
          </p:nvPr>
        </p:nvSpPr>
        <p:spPr>
          <a:xfrm>
            <a:off x="6264367" y="253267"/>
            <a:ext cx="70816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subTitle" idx="1"/>
          </p:nvPr>
        </p:nvSpPr>
        <p:spPr>
          <a:xfrm>
            <a:off x="6261632" y="2279256"/>
            <a:ext cx="44896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49" name="Google Shape;49;p42"/>
          <p:cNvSpPr/>
          <p:nvPr/>
        </p:nvSpPr>
        <p:spPr>
          <a:xfrm>
            <a:off x="6096000" y="572467"/>
            <a:ext cx="3696000" cy="847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2"/>
          <p:cNvSpPr txBox="1">
            <a:spLocks noGrp="1"/>
          </p:cNvSpPr>
          <p:nvPr>
            <p:ph type="title" idx="2"/>
          </p:nvPr>
        </p:nvSpPr>
        <p:spPr>
          <a:xfrm>
            <a:off x="6261633" y="1598384"/>
            <a:ext cx="7081600" cy="9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subTitle" idx="3"/>
          </p:nvPr>
        </p:nvSpPr>
        <p:spPr>
          <a:xfrm>
            <a:off x="6261632" y="3782229"/>
            <a:ext cx="44896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title" idx="4"/>
          </p:nvPr>
        </p:nvSpPr>
        <p:spPr>
          <a:xfrm>
            <a:off x="6261633" y="3101351"/>
            <a:ext cx="7081600" cy="9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subTitle" idx="5"/>
          </p:nvPr>
        </p:nvSpPr>
        <p:spPr>
          <a:xfrm>
            <a:off x="6261632" y="5289987"/>
            <a:ext cx="44896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title" idx="6"/>
          </p:nvPr>
        </p:nvSpPr>
        <p:spPr>
          <a:xfrm>
            <a:off x="6261633" y="4604339"/>
            <a:ext cx="7081600" cy="9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2"/>
          <p:cNvSpPr/>
          <p:nvPr/>
        </p:nvSpPr>
        <p:spPr>
          <a:xfrm>
            <a:off x="0" y="0"/>
            <a:ext cx="3807600" cy="6858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2"/>
          <p:cNvSpPr/>
          <p:nvPr/>
        </p:nvSpPr>
        <p:spPr>
          <a:xfrm>
            <a:off x="4776300" y="1901567"/>
            <a:ext cx="1118400" cy="10932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2"/>
          <p:cNvSpPr/>
          <p:nvPr/>
        </p:nvSpPr>
        <p:spPr>
          <a:xfrm>
            <a:off x="4776300" y="3404533"/>
            <a:ext cx="1118400" cy="10932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2"/>
          <p:cNvSpPr/>
          <p:nvPr/>
        </p:nvSpPr>
        <p:spPr>
          <a:xfrm>
            <a:off x="4776300" y="4907500"/>
            <a:ext cx="1118400" cy="10932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2"/>
          <p:cNvSpPr txBox="1">
            <a:spLocks noGrp="1"/>
          </p:cNvSpPr>
          <p:nvPr>
            <p:ph type="title" idx="7"/>
          </p:nvPr>
        </p:nvSpPr>
        <p:spPr>
          <a:xfrm>
            <a:off x="4496300" y="2024367"/>
            <a:ext cx="1678400" cy="8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title" idx="8"/>
          </p:nvPr>
        </p:nvSpPr>
        <p:spPr>
          <a:xfrm>
            <a:off x="4496300" y="3527333"/>
            <a:ext cx="1678400" cy="8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title" idx="9"/>
          </p:nvPr>
        </p:nvSpPr>
        <p:spPr>
          <a:xfrm>
            <a:off x="4496300" y="5030300"/>
            <a:ext cx="1678400" cy="8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140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 txBox="1">
            <a:spLocks noGrp="1"/>
          </p:cNvSpPr>
          <p:nvPr>
            <p:ph type="title"/>
          </p:nvPr>
        </p:nvSpPr>
        <p:spPr>
          <a:xfrm>
            <a:off x="760063" y="1325200"/>
            <a:ext cx="4074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subTitle" idx="1"/>
          </p:nvPr>
        </p:nvSpPr>
        <p:spPr>
          <a:xfrm>
            <a:off x="819700" y="3419700"/>
            <a:ext cx="38944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66" name="Google Shape;66;p46"/>
          <p:cNvCxnSpPr/>
          <p:nvPr/>
        </p:nvCxnSpPr>
        <p:spPr>
          <a:xfrm>
            <a:off x="904700" y="2747433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83473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frame ">
  <p:cSld name="Title slide with frame ">
    <p:bg>
      <p:bgPr>
        <a:solidFill>
          <a:srgbClr val="04317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9"/>
          <p:cNvSpPr/>
          <p:nvPr/>
        </p:nvSpPr>
        <p:spPr>
          <a:xfrm>
            <a:off x="542600" y="555000"/>
            <a:ext cx="11106800" cy="574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9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>
              <a:solidFill>
                <a:schemeClr val="lt1"/>
              </a:solidFill>
            </a:endParaRPr>
          </a:p>
        </p:txBody>
      </p:sp>
      <p:sp>
        <p:nvSpPr>
          <p:cNvPr id="79" name="Google Shape;79;p49"/>
          <p:cNvSpPr txBox="1">
            <a:spLocks noGrp="1"/>
          </p:cNvSpPr>
          <p:nvPr>
            <p:ph type="title"/>
          </p:nvPr>
        </p:nvSpPr>
        <p:spPr>
          <a:xfrm>
            <a:off x="1044700" y="2317400"/>
            <a:ext cx="3394400" cy="2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cxnSp>
        <p:nvCxnSpPr>
          <p:cNvPr id="80" name="Google Shape;80;p49"/>
          <p:cNvCxnSpPr/>
          <p:nvPr/>
        </p:nvCxnSpPr>
        <p:spPr>
          <a:xfrm>
            <a:off x="1225200" y="4682133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478035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 1 1">
  <p:cSld name="Main Content 1 1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4"/>
          <p:cNvSpPr txBox="1">
            <a:spLocks noGrp="1"/>
          </p:cNvSpPr>
          <p:nvPr>
            <p:ph type="title"/>
          </p:nvPr>
        </p:nvSpPr>
        <p:spPr>
          <a:xfrm>
            <a:off x="1275031" y="4626067"/>
            <a:ext cx="4644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84" name="Google Shape;84;p54"/>
          <p:cNvCxnSpPr/>
          <p:nvPr/>
        </p:nvCxnSpPr>
        <p:spPr>
          <a:xfrm>
            <a:off x="1425000" y="6159667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45550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 1">
  <p:cSld name="Title design 1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>
            <a:off x="0" y="288300"/>
            <a:ext cx="12192000" cy="1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89" name="Google Shape;89;p55"/>
          <p:cNvCxnSpPr/>
          <p:nvPr/>
        </p:nvCxnSpPr>
        <p:spPr>
          <a:xfrm>
            <a:off x="5645200" y="1631467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483459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1_Title and subtitle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6"/>
          <p:cNvSpPr txBox="1">
            <a:spLocks noGrp="1"/>
          </p:cNvSpPr>
          <p:nvPr>
            <p:ph type="title"/>
          </p:nvPr>
        </p:nvSpPr>
        <p:spPr>
          <a:xfrm>
            <a:off x="6131867" y="1030800"/>
            <a:ext cx="5184000" cy="16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93" name="Google Shape;93;p56"/>
          <p:cNvSpPr/>
          <p:nvPr/>
        </p:nvSpPr>
        <p:spPr>
          <a:xfrm>
            <a:off x="0" y="0"/>
            <a:ext cx="5679600" cy="6858000"/>
          </a:xfrm>
          <a:prstGeom prst="snip2DiagRect">
            <a:avLst>
              <a:gd name="adj1" fmla="val 0"/>
              <a:gd name="adj2" fmla="val 50000"/>
            </a:avLst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6"/>
          <p:cNvSpPr txBox="1">
            <a:spLocks noGrp="1"/>
          </p:cNvSpPr>
          <p:nvPr>
            <p:ph type="subTitle" idx="1"/>
          </p:nvPr>
        </p:nvSpPr>
        <p:spPr>
          <a:xfrm>
            <a:off x="6233467" y="3957605"/>
            <a:ext cx="38944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cxnSp>
        <p:nvCxnSpPr>
          <p:cNvPr id="95" name="Google Shape;95;p56"/>
          <p:cNvCxnSpPr/>
          <p:nvPr/>
        </p:nvCxnSpPr>
        <p:spPr>
          <a:xfrm>
            <a:off x="6370933" y="3707500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287915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2 columns slide 1">
  <p:cSld name="Title &amp; 2 columns slide 1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57"/>
          <p:cNvCxnSpPr/>
          <p:nvPr/>
        </p:nvCxnSpPr>
        <p:spPr>
          <a:xfrm>
            <a:off x="6067400" y="2588567"/>
            <a:ext cx="0" cy="25700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57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100" name="Google Shape;100;p57"/>
          <p:cNvSpPr txBox="1">
            <a:spLocks noGrp="1"/>
          </p:cNvSpPr>
          <p:nvPr>
            <p:ph type="ctrTitle"/>
          </p:nvPr>
        </p:nvSpPr>
        <p:spPr>
          <a:xfrm>
            <a:off x="1484304" y="2868100"/>
            <a:ext cx="4226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57"/>
          <p:cNvSpPr txBox="1">
            <a:spLocks noGrp="1"/>
          </p:cNvSpPr>
          <p:nvPr>
            <p:ph type="subTitle" idx="1"/>
          </p:nvPr>
        </p:nvSpPr>
        <p:spPr>
          <a:xfrm>
            <a:off x="1529704" y="3675367"/>
            <a:ext cx="41352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02" name="Google Shape;102;p57"/>
          <p:cNvSpPr txBox="1">
            <a:spLocks noGrp="1"/>
          </p:cNvSpPr>
          <p:nvPr>
            <p:ph type="ctrTitle" idx="2"/>
          </p:nvPr>
        </p:nvSpPr>
        <p:spPr>
          <a:xfrm>
            <a:off x="6424504" y="2868100"/>
            <a:ext cx="4226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57"/>
          <p:cNvSpPr txBox="1">
            <a:spLocks noGrp="1"/>
          </p:cNvSpPr>
          <p:nvPr>
            <p:ph type="subTitle" idx="3"/>
          </p:nvPr>
        </p:nvSpPr>
        <p:spPr>
          <a:xfrm>
            <a:off x="6469904" y="3675367"/>
            <a:ext cx="41352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04" name="Google Shape;104;p57"/>
          <p:cNvSpPr txBox="1">
            <a:spLocks noGrp="1"/>
          </p:cNvSpPr>
          <p:nvPr>
            <p:ph type="title" idx="4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21809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8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8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8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109" name="Google Shape;109;p58"/>
          <p:cNvSpPr txBox="1">
            <a:spLocks noGrp="1"/>
          </p:cNvSpPr>
          <p:nvPr>
            <p:ph type="ctrTitle" idx="2"/>
          </p:nvPr>
        </p:nvSpPr>
        <p:spPr>
          <a:xfrm>
            <a:off x="1473801" y="2749900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58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11" name="Google Shape;111;p58"/>
          <p:cNvSpPr txBox="1">
            <a:spLocks noGrp="1"/>
          </p:cNvSpPr>
          <p:nvPr>
            <p:ph type="ctrTitle" idx="3"/>
          </p:nvPr>
        </p:nvSpPr>
        <p:spPr>
          <a:xfrm>
            <a:off x="4687001" y="2749900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58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13" name="Google Shape;113;p58"/>
          <p:cNvSpPr txBox="1">
            <a:spLocks noGrp="1"/>
          </p:cNvSpPr>
          <p:nvPr>
            <p:ph type="ctrTitle" idx="5"/>
          </p:nvPr>
        </p:nvSpPr>
        <p:spPr>
          <a:xfrm>
            <a:off x="7900201" y="2749900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58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cxnSp>
        <p:nvCxnSpPr>
          <p:cNvPr id="115" name="Google Shape;115;p58"/>
          <p:cNvCxnSpPr/>
          <p:nvPr/>
        </p:nvCxnSpPr>
        <p:spPr>
          <a:xfrm>
            <a:off x="4541933" y="2569100"/>
            <a:ext cx="0" cy="25884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58"/>
          <p:cNvCxnSpPr/>
          <p:nvPr/>
        </p:nvCxnSpPr>
        <p:spPr>
          <a:xfrm>
            <a:off x="7649833" y="2569100"/>
            <a:ext cx="0" cy="25884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723385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6 columns slide">
  <p:cSld name="Title &amp; 6 columns slide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9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9"/>
          <p:cNvSpPr txBox="1">
            <a:spLocks noGrp="1"/>
          </p:cNvSpPr>
          <p:nvPr>
            <p:ph type="ctrTitle"/>
          </p:nvPr>
        </p:nvSpPr>
        <p:spPr>
          <a:xfrm>
            <a:off x="1473801" y="3687467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59"/>
          <p:cNvSpPr txBox="1">
            <a:spLocks noGrp="1"/>
          </p:cNvSpPr>
          <p:nvPr>
            <p:ph type="subTitle" idx="1"/>
          </p:nvPr>
        </p:nvSpPr>
        <p:spPr>
          <a:xfrm>
            <a:off x="1307467" y="4494733"/>
            <a:ext cx="31508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21" name="Google Shape;121;p59"/>
          <p:cNvSpPr txBox="1">
            <a:spLocks noGrp="1"/>
          </p:cNvSpPr>
          <p:nvPr>
            <p:ph type="ctrTitle" idx="2"/>
          </p:nvPr>
        </p:nvSpPr>
        <p:spPr>
          <a:xfrm>
            <a:off x="4646201" y="3687467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59"/>
          <p:cNvSpPr txBox="1">
            <a:spLocks noGrp="1"/>
          </p:cNvSpPr>
          <p:nvPr>
            <p:ph type="subTitle" idx="3"/>
          </p:nvPr>
        </p:nvSpPr>
        <p:spPr>
          <a:xfrm>
            <a:off x="4559967" y="4494733"/>
            <a:ext cx="29904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23" name="Google Shape;123;p59"/>
          <p:cNvSpPr txBox="1">
            <a:spLocks noGrp="1"/>
          </p:cNvSpPr>
          <p:nvPr>
            <p:ph type="ctrTitle" idx="4"/>
          </p:nvPr>
        </p:nvSpPr>
        <p:spPr>
          <a:xfrm>
            <a:off x="7840335" y="3687467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59"/>
          <p:cNvSpPr txBox="1">
            <a:spLocks noGrp="1"/>
          </p:cNvSpPr>
          <p:nvPr>
            <p:ph type="subTitle" idx="5"/>
          </p:nvPr>
        </p:nvSpPr>
        <p:spPr>
          <a:xfrm>
            <a:off x="7840333" y="4494733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25" name="Google Shape;125;p59"/>
          <p:cNvSpPr txBox="1">
            <a:spLocks noGrp="1"/>
          </p:cNvSpPr>
          <p:nvPr>
            <p:ph type="title" idx="6"/>
          </p:nvPr>
        </p:nvSpPr>
        <p:spPr>
          <a:xfrm>
            <a:off x="1031800" y="850767"/>
            <a:ext cx="10230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59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cxnSp>
        <p:nvCxnSpPr>
          <p:cNvPr id="127" name="Google Shape;127;p59"/>
          <p:cNvCxnSpPr/>
          <p:nvPr/>
        </p:nvCxnSpPr>
        <p:spPr>
          <a:xfrm>
            <a:off x="4458128" y="2136900"/>
            <a:ext cx="0" cy="32796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59"/>
          <p:cNvCxnSpPr/>
          <p:nvPr/>
        </p:nvCxnSpPr>
        <p:spPr>
          <a:xfrm>
            <a:off x="7652261" y="2136900"/>
            <a:ext cx="0" cy="32796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59"/>
          <p:cNvCxnSpPr/>
          <p:nvPr/>
        </p:nvCxnSpPr>
        <p:spPr>
          <a:xfrm>
            <a:off x="5645200" y="1493967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59"/>
          <p:cNvCxnSpPr/>
          <p:nvPr/>
        </p:nvCxnSpPr>
        <p:spPr>
          <a:xfrm>
            <a:off x="1400600" y="3890667"/>
            <a:ext cx="9390800" cy="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59"/>
          <p:cNvSpPr txBox="1">
            <a:spLocks noGrp="1"/>
          </p:cNvSpPr>
          <p:nvPr>
            <p:ph type="ctrTitle" idx="7"/>
          </p:nvPr>
        </p:nvSpPr>
        <p:spPr>
          <a:xfrm>
            <a:off x="1473801" y="1915167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59"/>
          <p:cNvSpPr txBox="1">
            <a:spLocks noGrp="1"/>
          </p:cNvSpPr>
          <p:nvPr>
            <p:ph type="subTitle" idx="8"/>
          </p:nvPr>
        </p:nvSpPr>
        <p:spPr>
          <a:xfrm>
            <a:off x="1430867" y="2722433"/>
            <a:ext cx="2904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33" name="Google Shape;133;p59"/>
          <p:cNvSpPr txBox="1">
            <a:spLocks noGrp="1"/>
          </p:cNvSpPr>
          <p:nvPr>
            <p:ph type="ctrTitle" idx="9"/>
          </p:nvPr>
        </p:nvSpPr>
        <p:spPr>
          <a:xfrm>
            <a:off x="4646201" y="1915167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59"/>
          <p:cNvSpPr txBox="1">
            <a:spLocks noGrp="1"/>
          </p:cNvSpPr>
          <p:nvPr>
            <p:ph type="subTitle" idx="13"/>
          </p:nvPr>
        </p:nvSpPr>
        <p:spPr>
          <a:xfrm>
            <a:off x="4603200" y="2722433"/>
            <a:ext cx="2904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35" name="Google Shape;135;p59"/>
          <p:cNvSpPr txBox="1">
            <a:spLocks noGrp="1"/>
          </p:cNvSpPr>
          <p:nvPr>
            <p:ph type="ctrTitle" idx="14"/>
          </p:nvPr>
        </p:nvSpPr>
        <p:spPr>
          <a:xfrm>
            <a:off x="7840335" y="1915167"/>
            <a:ext cx="28180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59"/>
          <p:cNvSpPr txBox="1">
            <a:spLocks noGrp="1"/>
          </p:cNvSpPr>
          <p:nvPr>
            <p:ph type="subTitle" idx="15"/>
          </p:nvPr>
        </p:nvSpPr>
        <p:spPr>
          <a:xfrm>
            <a:off x="7775533" y="2722433"/>
            <a:ext cx="29476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98960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&amp; some text slide 2">
  <p:cSld name="BIG number &amp; some text slide 2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0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0"/>
          <p:cNvSpPr txBox="1">
            <a:spLocks noGrp="1"/>
          </p:cNvSpPr>
          <p:nvPr>
            <p:ph type="title"/>
          </p:nvPr>
        </p:nvSpPr>
        <p:spPr>
          <a:xfrm>
            <a:off x="990600" y="1650800"/>
            <a:ext cx="103060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60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141" name="Google Shape;141;p60"/>
          <p:cNvSpPr txBox="1">
            <a:spLocks noGrp="1"/>
          </p:cNvSpPr>
          <p:nvPr>
            <p:ph type="subTitle" idx="1"/>
          </p:nvPr>
        </p:nvSpPr>
        <p:spPr>
          <a:xfrm>
            <a:off x="3244400" y="4020433"/>
            <a:ext cx="5703200" cy="8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64022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&amp; some text slide 1">
  <p:cSld name="Numbers &amp; some text slide 1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1"/>
          <p:cNvSpPr/>
          <p:nvPr/>
        </p:nvSpPr>
        <p:spPr>
          <a:xfrm>
            <a:off x="542600" y="469600"/>
            <a:ext cx="11106800" cy="5748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1"/>
          <p:cNvSpPr txBox="1">
            <a:spLocks noGrp="1"/>
          </p:cNvSpPr>
          <p:nvPr>
            <p:ph type="title"/>
          </p:nvPr>
        </p:nvSpPr>
        <p:spPr>
          <a:xfrm>
            <a:off x="990600" y="1110133"/>
            <a:ext cx="10306000" cy="11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61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146" name="Google Shape;146;p61"/>
          <p:cNvSpPr txBox="1">
            <a:spLocks noGrp="1"/>
          </p:cNvSpPr>
          <p:nvPr>
            <p:ph type="subTitle" idx="1"/>
          </p:nvPr>
        </p:nvSpPr>
        <p:spPr>
          <a:xfrm>
            <a:off x="2222767" y="1959333"/>
            <a:ext cx="77464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61"/>
          <p:cNvSpPr txBox="1">
            <a:spLocks noGrp="1"/>
          </p:cNvSpPr>
          <p:nvPr>
            <p:ph type="title" idx="2"/>
          </p:nvPr>
        </p:nvSpPr>
        <p:spPr>
          <a:xfrm>
            <a:off x="990600" y="2608000"/>
            <a:ext cx="10306000" cy="11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61"/>
          <p:cNvSpPr txBox="1">
            <a:spLocks noGrp="1"/>
          </p:cNvSpPr>
          <p:nvPr>
            <p:ph type="subTitle" idx="3"/>
          </p:nvPr>
        </p:nvSpPr>
        <p:spPr>
          <a:xfrm>
            <a:off x="2222767" y="3457200"/>
            <a:ext cx="77464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61"/>
          <p:cNvSpPr txBox="1">
            <a:spLocks noGrp="1"/>
          </p:cNvSpPr>
          <p:nvPr>
            <p:ph type="title" idx="4"/>
          </p:nvPr>
        </p:nvSpPr>
        <p:spPr>
          <a:xfrm>
            <a:off x="990600" y="4105867"/>
            <a:ext cx="10306000" cy="11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61"/>
          <p:cNvSpPr txBox="1">
            <a:spLocks noGrp="1"/>
          </p:cNvSpPr>
          <p:nvPr>
            <p:ph type="subTitle" idx="5"/>
          </p:nvPr>
        </p:nvSpPr>
        <p:spPr>
          <a:xfrm>
            <a:off x="2222767" y="4955067"/>
            <a:ext cx="77464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7516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frame">
  <p:cSld name="White frame"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2"/>
          <p:cNvSpPr/>
          <p:nvPr/>
        </p:nvSpPr>
        <p:spPr>
          <a:xfrm>
            <a:off x="542600" y="555000"/>
            <a:ext cx="11106800" cy="5748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63075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quare with title and text">
  <p:cSld name="Square with title and text"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155" name="Google Shape;155;p63"/>
          <p:cNvSpPr/>
          <p:nvPr/>
        </p:nvSpPr>
        <p:spPr>
          <a:xfrm>
            <a:off x="542600" y="469600"/>
            <a:ext cx="5717200" cy="5748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3"/>
          <p:cNvSpPr txBox="1">
            <a:spLocks noGrp="1"/>
          </p:cNvSpPr>
          <p:nvPr>
            <p:ph type="title"/>
          </p:nvPr>
        </p:nvSpPr>
        <p:spPr>
          <a:xfrm>
            <a:off x="983800" y="1307013"/>
            <a:ext cx="47620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157" name="Google Shape;157;p63"/>
          <p:cNvSpPr txBox="1">
            <a:spLocks noGrp="1"/>
          </p:cNvSpPr>
          <p:nvPr>
            <p:ph type="subTitle" idx="1"/>
          </p:nvPr>
        </p:nvSpPr>
        <p:spPr>
          <a:xfrm>
            <a:off x="983800" y="3015333"/>
            <a:ext cx="4808800" cy="2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cxnSp>
        <p:nvCxnSpPr>
          <p:cNvPr id="158" name="Google Shape;158;p63"/>
          <p:cNvCxnSpPr/>
          <p:nvPr/>
        </p:nvCxnSpPr>
        <p:spPr>
          <a:xfrm>
            <a:off x="2937400" y="2129967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704070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with cyan frame">
  <p:cSld name="Title and subtitle with cyan frame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4"/>
          <p:cNvSpPr/>
          <p:nvPr/>
        </p:nvSpPr>
        <p:spPr>
          <a:xfrm>
            <a:off x="6146600" y="-14867"/>
            <a:ext cx="6060400" cy="69584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4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endParaRPr lang="en-ID"/>
          </a:p>
          <a:p>
            <a:fld id="{00000000-1234-1234-1234-123412341234}" type="slidenum">
              <a:rPr lang="es" smtClean="0">
                <a:solidFill>
                  <a:srgbClr val="B7B7B7"/>
                </a:solidFill>
              </a:rPr>
              <a:pPr/>
              <a:t>‹#›</a:t>
            </a:fld>
            <a:endParaRPr>
              <a:solidFill>
                <a:srgbClr val="B7B7B7"/>
              </a:solidFill>
            </a:endParaRPr>
          </a:p>
        </p:txBody>
      </p:sp>
      <p:sp>
        <p:nvSpPr>
          <p:cNvPr id="162" name="Google Shape;162;p64"/>
          <p:cNvSpPr txBox="1">
            <a:spLocks noGrp="1"/>
          </p:cNvSpPr>
          <p:nvPr>
            <p:ph type="title"/>
          </p:nvPr>
        </p:nvSpPr>
        <p:spPr>
          <a:xfrm>
            <a:off x="834772" y="1307013"/>
            <a:ext cx="47620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163" name="Google Shape;163;p64"/>
          <p:cNvSpPr txBox="1">
            <a:spLocks noGrp="1"/>
          </p:cNvSpPr>
          <p:nvPr>
            <p:ph type="subTitle" idx="1"/>
          </p:nvPr>
        </p:nvSpPr>
        <p:spPr>
          <a:xfrm>
            <a:off x="834772" y="3015333"/>
            <a:ext cx="4808800" cy="2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cxnSp>
        <p:nvCxnSpPr>
          <p:cNvPr id="164" name="Google Shape;164;p64"/>
          <p:cNvCxnSpPr/>
          <p:nvPr/>
        </p:nvCxnSpPr>
        <p:spPr>
          <a:xfrm>
            <a:off x="983800" y="2129967"/>
            <a:ext cx="9016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64"/>
          <p:cNvSpPr txBox="1">
            <a:spLocks noGrp="1"/>
          </p:cNvSpPr>
          <p:nvPr>
            <p:ph type="subTitle" idx="2"/>
          </p:nvPr>
        </p:nvSpPr>
        <p:spPr>
          <a:xfrm>
            <a:off x="6772405" y="3015333"/>
            <a:ext cx="4808800" cy="2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2736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frame 1">
  <p:cSld name="Cyan frame 1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5"/>
          <p:cNvSpPr/>
          <p:nvPr/>
        </p:nvSpPr>
        <p:spPr>
          <a:xfrm>
            <a:off x="6933900" y="-14867"/>
            <a:ext cx="5273200" cy="69584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5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endParaRPr lang="en-ID"/>
          </a:p>
          <a:p>
            <a:fld id="{00000000-1234-1234-1234-123412341234}" type="slidenum">
              <a:rPr lang="es" smtClean="0">
                <a:solidFill>
                  <a:srgbClr val="B7B7B7"/>
                </a:solidFill>
              </a:rPr>
              <a:pPr/>
              <a:t>‹#›</a:t>
            </a:fld>
            <a:endParaRPr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1546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with title and text ">
  <p:cSld name="Cyan with title and text 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6"/>
          <p:cNvSpPr/>
          <p:nvPr/>
        </p:nvSpPr>
        <p:spPr>
          <a:xfrm>
            <a:off x="0" y="1369800"/>
            <a:ext cx="12192000" cy="41184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6"/>
          <p:cNvSpPr txBox="1">
            <a:spLocks noGrp="1"/>
          </p:cNvSpPr>
          <p:nvPr>
            <p:ph type="title"/>
          </p:nvPr>
        </p:nvSpPr>
        <p:spPr>
          <a:xfrm>
            <a:off x="6261700" y="2300600"/>
            <a:ext cx="4074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66"/>
          <p:cNvSpPr txBox="1">
            <a:spLocks noGrp="1"/>
          </p:cNvSpPr>
          <p:nvPr>
            <p:ph type="subTitle" idx="1"/>
          </p:nvPr>
        </p:nvSpPr>
        <p:spPr>
          <a:xfrm>
            <a:off x="6261700" y="3786600"/>
            <a:ext cx="3693600" cy="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66"/>
          <p:cNvSpPr txBox="1">
            <a:spLocks noGrp="1"/>
          </p:cNvSpPr>
          <p:nvPr>
            <p:ph type="sldNum" idx="12"/>
          </p:nvPr>
        </p:nvSpPr>
        <p:spPr>
          <a:xfrm>
            <a:off x="11152944" y="56921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0068548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dan Konten" type="obj">
  <p:cSld name="Judul dan Kont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4800"/>
              <a:buFont typeface="Arial"/>
              <a:buNone/>
              <a:defRPr sz="4800" b="1">
                <a:solidFill>
                  <a:srgbClr val="00009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97945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1pPr>
            <a:lvl2pPr marL="914377" lvl="1" indent="-38099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566" lvl="2" indent="-36403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3pPr>
            <a:lvl4pPr marL="1828754" lvl="3" indent="-347146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4pPr>
            <a:lvl5pPr marL="2285943" lvl="4" indent="-3301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131" lvl="5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609600" y="621823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ftr" idx="11"/>
          </p:nvPr>
        </p:nvSpPr>
        <p:spPr>
          <a:xfrm>
            <a:off x="4165600" y="6218236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sldNum" idx="12"/>
          </p:nvPr>
        </p:nvSpPr>
        <p:spPr>
          <a:xfrm>
            <a:off x="8737600" y="620964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0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 dirty="0"/>
              <a:t>JUDUL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 dirty="0"/>
              <a:t>Klik untuk edit gaya teks Master</a:t>
            </a:r>
          </a:p>
          <a:p>
            <a:pPr lvl="1"/>
            <a:r>
              <a:rPr lang="id-ID" dirty="0"/>
              <a:t>Tingkat kedua</a:t>
            </a:r>
          </a:p>
          <a:p>
            <a:pPr lvl="2"/>
            <a:r>
              <a:rPr lang="id-ID" dirty="0"/>
              <a:t>Tingkat ketiga</a:t>
            </a:r>
          </a:p>
          <a:p>
            <a:pPr lvl="3"/>
            <a:r>
              <a:rPr lang="id-ID" dirty="0"/>
              <a:t>Tingkat keempat</a:t>
            </a:r>
          </a:p>
          <a:p>
            <a:pPr lvl="4"/>
            <a:r>
              <a:rPr lang="id-ID" dirty="0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94BE9-5F50-485A-9DE6-635B69FFC72F}" type="datetimeFigureOut">
              <a:rPr lang="id-ID" smtClean="0"/>
              <a:t>18/10/2025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FA3CE-F07F-4571-87ED-94AB316AD8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7203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09585" rtl="0" eaLnBrk="1" latinLnBrk="0" hangingPunct="1">
        <a:spcBef>
          <a:spcPct val="0"/>
        </a:spcBef>
        <a:buNone/>
        <a:defRPr sz="4800" b="1" kern="1200">
          <a:solidFill>
            <a:srgbClr val="000090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 Light"/>
              <a:buChar char="●"/>
              <a:defRPr sz="14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 Light"/>
              <a:buChar char="○"/>
              <a:defRPr sz="14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lbert Sans Light"/>
              <a:buChar char="■"/>
              <a:defRPr sz="13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lbert Sans Light"/>
              <a:buChar char="●"/>
              <a:defRPr sz="13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 Light"/>
              <a:buChar char="○"/>
              <a:defRPr sz="12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 Light"/>
              <a:buChar char="■"/>
              <a:defRPr sz="12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lbert Sans Light"/>
              <a:buChar char="●"/>
              <a:defRPr sz="11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lbert Sans Light"/>
              <a:buChar char="○"/>
              <a:defRPr sz="11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lbert Sans Light"/>
              <a:buChar char="■"/>
              <a:defRPr sz="10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9pPr>
          </a:lstStyle>
          <a:p>
            <a:endParaRPr/>
          </a:p>
        </p:txBody>
      </p:sp>
      <p:sp>
        <p:nvSpPr>
          <p:cNvPr id="8" name="Google Shape;8;p40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8811641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2f105e33cad_0_8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2f105e33cad_0_898"/>
          <p:cNvSpPr txBox="1"/>
          <p:nvPr/>
        </p:nvSpPr>
        <p:spPr>
          <a:xfrm>
            <a:off x="773133" y="654467"/>
            <a:ext cx="61132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buSzPts val="1800"/>
            </a:pPr>
            <a:r>
              <a:rPr lang="en-ID" sz="2400" b="1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1604C011 - Algorithm and Programming</a:t>
            </a:r>
          </a:p>
        </p:txBody>
      </p:sp>
      <p:sp>
        <p:nvSpPr>
          <p:cNvPr id="200" name="Google Shape;200;g2f105e33cad_0_898"/>
          <p:cNvSpPr txBox="1"/>
          <p:nvPr/>
        </p:nvSpPr>
        <p:spPr>
          <a:xfrm>
            <a:off x="627100" y="5093291"/>
            <a:ext cx="5339200" cy="122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15000"/>
              </a:lnSpc>
              <a:buSzPts val="1200"/>
            </a:pPr>
            <a:r>
              <a:rPr lang="es" sz="2133" b="1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WEEK 10B</a:t>
            </a:r>
            <a:br>
              <a:rPr lang="es" sz="2133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2133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</a:t>
            </a:r>
            <a:endParaRPr sz="2133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>
              <a:lnSpc>
                <a:spcPct val="115000"/>
              </a:lnSpc>
              <a:buSzPts val="1200"/>
            </a:pPr>
            <a:r>
              <a:rPr lang="es" sz="2133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Universitas Surabaya</a:t>
            </a:r>
            <a:endParaRPr sz="2133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1" name="Google Shape;201;g2f105e33cad_0_898"/>
          <p:cNvSpPr txBox="1"/>
          <p:nvPr/>
        </p:nvSpPr>
        <p:spPr>
          <a:xfrm>
            <a:off x="773133" y="1735667"/>
            <a:ext cx="5813600" cy="1025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SzPts val="4800"/>
            </a:pPr>
            <a:r>
              <a:rPr lang="en-ID" sz="5067" b="1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List Exercises</a:t>
            </a:r>
          </a:p>
        </p:txBody>
      </p:sp>
      <p:pic>
        <p:nvPicPr>
          <p:cNvPr id="202" name="Google Shape;202;g2f105e33cad_0_898"/>
          <p:cNvPicPr preferRelativeResize="0"/>
          <p:nvPr/>
        </p:nvPicPr>
        <p:blipFill rotWithShape="1">
          <a:blip r:embed="rId4">
            <a:alphaModFix/>
          </a:blip>
          <a:srcRect l="11137" r="11408"/>
          <a:stretch/>
        </p:blipFill>
        <p:spPr>
          <a:xfrm>
            <a:off x="5966300" y="1076367"/>
            <a:ext cx="5813600" cy="5629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2f105e33cad_0_8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0183" y="248965"/>
            <a:ext cx="1176781" cy="44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f105e33cad_0_8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39368" y="117133"/>
            <a:ext cx="1883409" cy="67686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f105e33cad_0_898"/>
          <p:cNvSpPr txBox="1"/>
          <p:nvPr/>
        </p:nvSpPr>
        <p:spPr>
          <a:xfrm>
            <a:off x="7746591" y="6434491"/>
            <a:ext cx="4020400" cy="2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lnSpc>
                <a:spcPct val="115000"/>
              </a:lnSpc>
              <a:buSzPts val="1200"/>
            </a:pPr>
            <a:r>
              <a:rPr lang="es" sz="1333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 | Universitas Surabaya</a:t>
            </a:r>
            <a:endParaRPr sz="1333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6CA6-96BB-E396-669F-1BE7C75E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Latihan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9B980-A828-7D9F-2724-952024FAA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9244" indent="0">
              <a:buNone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Anita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bekerja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sebagai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tenaga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pembukuan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di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sebuah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perusahaan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 Selama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ini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jika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sudah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akhir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bulan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Anita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selalu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kewalahan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untuk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membuat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laporan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Untuk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itu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Anita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meminta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keponakannya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untuk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membantu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membuatkan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sebuah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program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untuk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mempermudah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pekerjaannya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 Program yang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dibuat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dapat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digunakan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untuk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menginputkan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pemasukan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dan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pengeluaran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perusahaan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kemudian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menghasilkan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laporan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</a:t>
            </a:r>
          </a:p>
          <a:p>
            <a:pPr marL="59244" indent="0">
              <a:buNone/>
            </a:pP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Program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meminta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input: </a:t>
            </a:r>
          </a:p>
          <a:p>
            <a:pPr marL="516444" indent="-457200">
              <a:buAutoNum type="arabicPeriod"/>
            </a:pP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bulan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dan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tahun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laporan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</a:t>
            </a:r>
          </a:p>
          <a:p>
            <a:pPr marL="516444" indent="-457200">
              <a:buAutoNum type="arabicPeriod"/>
            </a:pP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tanggal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(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tanpa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bulan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dan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tanpa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tahun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),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jenis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(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pemasukan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(M)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atau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pengeluaran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(K)),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keterangan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(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uraian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) dan nominal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Input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ini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dilakukan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berulang-ulang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hingga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tidak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ada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lagi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0505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E7E5-ACE5-4403-C510-56E54C3F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Latihan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9C060-2FB7-3FC6-89DB-E3EC781AB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tanggal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jenis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(M/K)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uraian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dan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nominal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disimpan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dalam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4 list yang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berbeda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</a:t>
            </a:r>
            <a:endParaRPr lang="en-US" sz="2400" dirty="0"/>
          </a:p>
          <a:p>
            <a:pPr lvl="0"/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Program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men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ampilkan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data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semua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daftar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pemasukan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daftar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keluar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total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pengeluaran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dan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pemasukan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serta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nominal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laba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atau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rugi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5229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0467E-75D8-835C-44A3-89717C45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Latihan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34638-6FD7-C166-E2A6-45A2F672E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9244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Anita 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adalah pemilik pujasera “Murah Meriah”.  Pujasera ini memiliki 2 stand yang menjual makanan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yaitu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: Super Murah dan Super Enak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 Setiap stand wajib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meny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etor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kan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20% dari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hasil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penjualan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nya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kepada Anita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sebagai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ganti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uang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sewa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dan 5%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sebagai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komisi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untuk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pelayan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yang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melayani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pelanggan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tersebut</a:t>
            </a: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 Untuk mempermudah perhitungan, Anita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meminta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keponakannya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untuk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membantu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membuatkan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program.  </a:t>
            </a:r>
          </a:p>
          <a:p>
            <a:pPr marL="59244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Program yang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dibuat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meminta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input: nama stand, nama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pelayan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yang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melayani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dan total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pembelanjaan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Input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ini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dilakukan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berulang-ulang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hingga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tidak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ada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lagi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 </a:t>
            </a:r>
          </a:p>
          <a:p>
            <a:pPr marL="59244" indent="0">
              <a:spcAft>
                <a:spcPts val="600"/>
              </a:spcAft>
              <a:buNone/>
            </a:pP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Nama stand, nama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pelayan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yang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melayani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dan total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pembelanjaan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disimpan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dalam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3 list yang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berbeda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45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B5B75-92A1-FF26-44B8-B16D599A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4D8F36-8551-C2BD-4CFE-3A118E31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Latihan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3BE60-D5BD-00D4-D418-CA294A840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9244" indent="0">
              <a:spcAft>
                <a:spcPts val="600"/>
              </a:spcAft>
              <a:buNone/>
            </a:pP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Program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akan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menampilkan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laporan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: </a:t>
            </a:r>
          </a:p>
          <a:p>
            <a:pPr marL="516444" indent="-457200">
              <a:spcAft>
                <a:spcPts val="600"/>
              </a:spcAft>
              <a:buAutoNum type="arabicPeriod"/>
            </a:pP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semua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yang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sudah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diinputkan</a:t>
            </a:r>
            <a:endParaRPr lang="en-ID" sz="2400" dirty="0">
              <a:solidFill>
                <a:schemeClr val="tx1">
                  <a:lumMod val="50000"/>
                </a:schemeClr>
              </a:solidFill>
              <a:latin typeface="Amasis MT Pro" panose="02040504050005020304" pitchFamily="18" charset="0"/>
            </a:endParaRPr>
          </a:p>
          <a:p>
            <a:pPr marL="516444" indent="-457200">
              <a:spcAft>
                <a:spcPts val="600"/>
              </a:spcAft>
              <a:buAutoNum type="arabicPeriod"/>
            </a:pP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semua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pada stand Super Murah, total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pendapatan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total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pengunjung</a:t>
            </a:r>
            <a:endParaRPr lang="en-ID" sz="2400" dirty="0">
              <a:solidFill>
                <a:schemeClr val="tx1">
                  <a:lumMod val="50000"/>
                </a:schemeClr>
              </a:solidFill>
              <a:latin typeface="Amasis MT Pro" panose="02040504050005020304" pitchFamily="18" charset="0"/>
            </a:endParaRPr>
          </a:p>
          <a:p>
            <a:pPr marL="516444" indent="-457200">
              <a:spcAft>
                <a:spcPts val="600"/>
              </a:spcAft>
              <a:buAutoNum type="arabicPeriod"/>
            </a:pP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semua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transaksi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pada stand Super Enak , total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pendapatan</a:t>
            </a:r>
            <a:r>
              <a:rPr lang="en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, total </a:t>
            </a:r>
            <a:r>
              <a:rPr lang="en-ID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pengunjung</a:t>
            </a:r>
            <a:endParaRPr lang="en-ID" sz="2400" dirty="0">
              <a:solidFill>
                <a:schemeClr val="tx1">
                  <a:lumMod val="50000"/>
                </a:schemeClr>
              </a:solidFill>
              <a:latin typeface="Amasis MT Pro" panose="02040504050005020304" pitchFamily="18" charset="0"/>
            </a:endParaRPr>
          </a:p>
          <a:p>
            <a:pPr marL="516444" indent="-457200">
              <a:spcAft>
                <a:spcPts val="600"/>
              </a:spcAft>
              <a:buAutoNum type="arabicPeriod"/>
            </a:pPr>
            <a:r>
              <a:rPr lang="id-ID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Pendapatan Anita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dari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masing-masing stand dan total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pendapatan</a:t>
            </a:r>
            <a:endParaRPr lang="en-US" sz="2400" dirty="0">
              <a:solidFill>
                <a:schemeClr val="tx1">
                  <a:lumMod val="50000"/>
                </a:schemeClr>
              </a:solidFill>
              <a:latin typeface="Amasis MT Pro" panose="02040504050005020304" pitchFamily="18" charset="0"/>
            </a:endParaRPr>
          </a:p>
          <a:p>
            <a:pPr marL="516444" indent="-457200">
              <a:spcAft>
                <a:spcPts val="600"/>
              </a:spcAft>
              <a:buAutoNum type="arabicPeriod"/>
            </a:pP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Komisi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pelayan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dari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masing-masing stand dan total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komisi</a:t>
            </a:r>
            <a:endParaRPr lang="en-US" sz="2400" dirty="0">
              <a:solidFill>
                <a:schemeClr val="tx1">
                  <a:lumMod val="50000"/>
                </a:schemeClr>
              </a:solidFill>
              <a:latin typeface="Amasis MT Pro" panose="02040504050005020304" pitchFamily="18" charset="0"/>
            </a:endParaRPr>
          </a:p>
          <a:p>
            <a:pPr marL="516444" indent="-457200">
              <a:spcAft>
                <a:spcPts val="600"/>
              </a:spcAft>
              <a:buAutoNum type="arabicPeriod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Total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komisi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dari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setiap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Amasis MT Pro" panose="02040504050005020304" pitchFamily="18" charset="0"/>
              </a:rPr>
              <a:t>pelayan</a:t>
            </a:r>
            <a:endParaRPr lang="en-ID" sz="2400" dirty="0">
              <a:solidFill>
                <a:schemeClr val="tx1">
                  <a:lumMod val="50000"/>
                </a:schemeClr>
              </a:solidFill>
              <a:latin typeface="Amasis MT Pro" panose="02040504050005020304" pitchFamily="18" charset="0"/>
            </a:endParaRPr>
          </a:p>
          <a:p>
            <a:pPr marL="516444" indent="-457200">
              <a:spcAft>
                <a:spcPts val="600"/>
              </a:spcAft>
              <a:buAutoNum type="arabicPeriod"/>
            </a:pPr>
            <a:endParaRPr lang="en-ID" sz="2400" dirty="0">
              <a:solidFill>
                <a:schemeClr val="tx1">
                  <a:lumMod val="50000"/>
                </a:schemeClr>
              </a:solidFill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6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6982851867_4_33"/>
          <p:cNvSpPr txBox="1">
            <a:spLocks noGrp="1"/>
          </p:cNvSpPr>
          <p:nvPr>
            <p:ph type="title"/>
          </p:nvPr>
        </p:nvSpPr>
        <p:spPr>
          <a:xfrm>
            <a:off x="0" y="3288533"/>
            <a:ext cx="12192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Thanks.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2" name="Google Shape;352;g26982851867_4_3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fld id="{00000000-1234-1234-1234-123412341234}" type="slidenum">
              <a:rPr lang="es" kern="0"/>
              <a:pPr defTabSz="1219170"/>
              <a:t>6</a:t>
            </a:fld>
            <a:endParaRPr kern="0"/>
          </a:p>
        </p:txBody>
      </p:sp>
      <p:sp>
        <p:nvSpPr>
          <p:cNvPr id="353" name="Google Shape;353;g26982851867_4_33"/>
          <p:cNvSpPr txBox="1"/>
          <p:nvPr/>
        </p:nvSpPr>
        <p:spPr>
          <a:xfrm>
            <a:off x="7746591" y="6434491"/>
            <a:ext cx="4020400" cy="2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 defTabSz="121917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s" sz="1333" kern="0">
                <a:solidFill>
                  <a:srgbClr val="0012A2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 | Universitas Surabaya</a:t>
            </a:r>
            <a:endParaRPr sz="1333" kern="0">
              <a:solidFill>
                <a:srgbClr val="0012A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IF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IF" id="{F3F29A7A-9519-4E4D-A54E-F05BC63501C7}" vid="{91F8DCC8-50EB-448C-9DDA-2CF5DD58A0A4}"/>
    </a:ext>
  </a:extLst>
</a:theme>
</file>

<file path=ppt/theme/theme2.xml><?xml version="1.0" encoding="utf-8"?>
<a:theme xmlns:a="http://schemas.openxmlformats.org/drawingml/2006/main" name="Minimal Charm">
  <a:themeElements>
    <a:clrScheme name="Simple Light">
      <a:dk1>
        <a:srgbClr val="434343"/>
      </a:dk1>
      <a:lt1>
        <a:srgbClr val="FFFFFF"/>
      </a:lt1>
      <a:dk2>
        <a:srgbClr val="666666"/>
      </a:dk2>
      <a:lt2>
        <a:srgbClr val="999999"/>
      </a:lt2>
      <a:accent1>
        <a:srgbClr val="D3F78C"/>
      </a:accent1>
      <a:accent2>
        <a:srgbClr val="EAFFC0"/>
      </a:accent2>
      <a:accent3>
        <a:srgbClr val="88C01A"/>
      </a:accent3>
      <a:accent4>
        <a:srgbClr val="60811F"/>
      </a:accent4>
      <a:accent5>
        <a:srgbClr val="93C72C"/>
      </a:accent5>
      <a:accent6>
        <a:srgbClr val="D5E7B2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IF</Template>
  <TotalTime>2669</TotalTime>
  <Words>357</Words>
  <Application>Microsoft Office PowerPoint</Application>
  <PresentationFormat>Widescreen</PresentationFormat>
  <Paragraphs>28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Albert Sans</vt:lpstr>
      <vt:lpstr>Albert Sans Light</vt:lpstr>
      <vt:lpstr>Amasis MT Pro</vt:lpstr>
      <vt:lpstr>Arial</vt:lpstr>
      <vt:lpstr>Arvo</vt:lpstr>
      <vt:lpstr>Bodoni</vt:lpstr>
      <vt:lpstr>Calibri</vt:lpstr>
      <vt:lpstr>Figtree</vt:lpstr>
      <vt:lpstr>Template IF</vt:lpstr>
      <vt:lpstr>Minimal Charm</vt:lpstr>
      <vt:lpstr>PowerPoint Presentation</vt:lpstr>
      <vt:lpstr>Latihan 1</vt:lpstr>
      <vt:lpstr>Latihan 1</vt:lpstr>
      <vt:lpstr>Latihan 2</vt:lpstr>
      <vt:lpstr>Latihan 2</vt:lpstr>
      <vt:lpstr>Thanks.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&amp; Nested Condition</dc:title>
  <dc:creator>Remy Mangowal</dc:creator>
  <cp:lastModifiedBy>Susana Limanto</cp:lastModifiedBy>
  <cp:revision>326</cp:revision>
  <dcterms:created xsi:type="dcterms:W3CDTF">2020-08-23T04:57:23Z</dcterms:created>
  <dcterms:modified xsi:type="dcterms:W3CDTF">2025-10-18T07:03:11Z</dcterms:modified>
</cp:coreProperties>
</file>